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ESG Factsheet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Company Inc. - Sustainability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pPr lvl="1"/>
            <a:r>
              <a:t>Carbon emissions reduced by 15% year-over-year</a:t>
            </a:r>
          </a:p>
          <a:p>
            <a:pPr lvl="1"/>
            <a:r>
              <a:t>Renewable energy usage increased to 45%</a:t>
            </a:r>
          </a:p>
          <a:p>
            <a:pPr lvl="1"/>
            <a:r>
              <a:t>Water consumption decreased by 12%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Workforce &amp; Community:</a:t>
            </a:r>
          </a:p>
          <a:p>
            <a:pPr lvl="1"/>
            <a:r>
              <a:t>Employee satisfaction score: 78/100</a:t>
            </a:r>
          </a:p>
          <a:p>
            <a:pPr lvl="1"/>
            <a:r>
              <a:t>Diversity: 40% women in leadership roles</a:t>
            </a:r>
          </a:p>
          <a:p>
            <a:pPr lvl="1"/>
            <a:r>
              <a:t>Community investment: $2M in local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Governance:</a:t>
            </a:r>
          </a:p>
          <a:p>
            <a:pPr lvl="1"/>
            <a:r>
              <a:t>Independent board members: 60%</a:t>
            </a:r>
          </a:p>
          <a:p>
            <a:pPr lvl="1"/>
            <a:r>
              <a:t>ESG committee established in 2023</a:t>
            </a:r>
          </a:p>
          <a:p>
            <a:pPr lvl="1"/>
            <a:r>
              <a:t>Annual sustainability reporting since 2020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AI-Generated Executive Summary</a:t>
            </a:r>
          </a:p>
        </p:txBody>
      </p:sp>
      <p:sp>
        <p:nvSpPr>
          <p:cNvPr id="3" name="AI_SUMMARY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[This space will be filled with AI-generated summary]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